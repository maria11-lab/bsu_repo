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4" r:id="rId15"/>
    <p:sldId id="263" r:id="rId14"/>
    <p:sldId id="261" r:id="rId7"/>
    <p:sldId id="262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9623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3" Type="http://schemas.openxmlformats.org/officeDocument/2006/relationships/media" Target="../media/media2.mp4"/><Relationship Id="rId4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42876" y="1285860"/>
            <a:ext cx="8929718" cy="15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800" b="1" cap="none"/>
              <a:t>ФАКУЛЬТЕТ ПРИКЛАДНОЙ МАТЕМАТИКИ И ИНФОРМАТИКИ</a:t>
            </a:r>
            <a:r>
              <a:rPr lang="ru-RU" sz="2800"/>
              <a:t/>
            </a:r>
            <a:br>
              <a:rPr lang="ru-RU" sz="2800"/>
            </a:br>
            <a:r>
              <a:rPr lang="ru-RU" sz="2800" b="1"/>
              <a:t>Кафедра информационных систем управления</a:t>
            </a:r>
            <a:endParaRPr sz="280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071538" y="3028944"/>
            <a:ext cx="7072362" cy="68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None/>
            </a:pPr>
            <a:r>
              <a:rPr lang="ru-RU" sz="4000" b="1">
                <a:solidFill>
                  <a:srgbClr val="000066"/>
                </a:solidFill>
              </a:rPr>
              <a:t>ОТЧЕТ ПО УЧЕБНОЙ ПРАКТИКЕ</a:t>
            </a:r>
            <a:endParaRPr/>
          </a:p>
        </p:txBody>
      </p:sp>
      <p:pic>
        <p:nvPicPr>
          <p:cNvPr id="90" name="Google Shape;90;p13" descr="Образовательный портал ФПМИ БГУ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20" y="-24"/>
            <a:ext cx="44958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142976" y="3929066"/>
            <a:ext cx="7143800" cy="157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800" b="0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Обучающегося(</a:t>
            </a:r>
            <a:r>
              <a:rPr lang="ru-RU" sz="2800" b="0" i="1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йся</a:t>
            </a:r>
            <a:r>
              <a:rPr lang="ru-RU" sz="2800" b="0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1 </a:t>
            </a:r>
            <a:r>
              <a:rPr lang="ru-RU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курса </a:t>
            </a:r>
            <a:r>
              <a:rPr lang="ru-RU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ru-RU" sz="2800" b="0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группы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Бычкова Мария Александровна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Руководитель практики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8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Н.К. Рубашко</a:t>
            </a:r>
            <a:r>
              <a:rPr lang="ru-RU" sz="28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ru-RU" sz="28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старший преподаватель</a:t>
            </a:r>
            <a:r>
              <a:rPr lang="en-US" sz="28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ru-RU" sz="2800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8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кафедры ИСУ</a:t>
            </a:r>
            <a:endParaRPr sz="28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714480" y="6286496"/>
            <a:ext cx="6400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Минск, </a:t>
            </a:r>
            <a:r>
              <a:rPr lang="ru-RU" sz="24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285720" y="214290"/>
            <a:ext cx="835824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ct val="100000"/>
              <a:buFont typeface="Calibri"/>
              <a:buNone/>
            </a:pPr>
            <a:r>
              <a:rPr lang="ru-RU" b="1">
                <a:solidFill>
                  <a:srgbClr val="000066"/>
                </a:solidFill>
              </a:rPr>
              <a:t>ЦЕЛИ И ЗАДАЧИ УЧЕБНОЙ ПРАКТИКИ</a:t>
            </a:r>
            <a:endParaRPr b="1">
              <a:solidFill>
                <a:srgbClr val="000066"/>
              </a:solidFill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>
                <a:solidFill>
                  <a:schemeClr val="dk1"/>
                </a:solidFill>
              </a:rPr>
              <a:t>Цель практики – закрепление знаний, полученных за первый год обучения, посредством выполнения учебных заданий и участия в командном проекте.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знакомство с IT-компанией и направлениями подготовки IT-специалистов;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изучение системы контроля версий Git и инструментов совместной разработки;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выполнение стандартных заданий и заданий повышенного уровня по Python и HTML;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разработка приложения «Warships» – кроссплатформенной сетевой игры (командный проект).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2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>
                <a:solidFill>
                  <a:srgbClr val="000066"/>
                </a:solidFill>
              </a:rPr>
              <a:t>ОЗНАКОМИТЕЛЬНАЯ ЧАСТЬ УЧЕБНОЙ ПРАКТИКИ</a:t>
            </a:r>
            <a:endParaRPr sz="4000" b="1">
              <a:solidFill>
                <a:srgbClr val="000066"/>
              </a:solidFill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знакомство с образовательным порталом ФПМИ БГУ и структурой практики;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пройден курс «Контроль версий с помощью Git» (EPAM): 23 урока, 6 тестов и 5 практических заданий на максимальный балл;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пройдены два курса по Python на платформе Stepik – базовый и углублённый уровень;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настроена рабочая среда, созданы личный и командный репозитории на GitHub.</a:t>
            </a: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3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 dirty="0" smtClean="0">
                <a:solidFill>
                  <a:srgbClr val="000066"/>
                </a:solidFill>
              </a:rPr>
              <a:t>ПРАКТИЧЕСКАЯ ЧАСТЬ КУРСА</a:t>
            </a:r>
            <a:endParaRPr sz="4000" b="1" dirty="0">
              <a:solidFill>
                <a:srgbClr val="000066"/>
              </a:solidFill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>
                <a:solidFill>
                  <a:schemeClr val="dk1"/>
                </a:solidFill>
              </a:rPr>
              <a:t>В рамках курсов Git и Python решено более 60 практических и тестовых задач, а также выполнено два индивидуальных задания: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 b="1">
                <a:solidFill>
                  <a:schemeClr val="dk1"/>
                </a:solidFill>
              </a:rPr>
              <a:t>Задание 1 – </a:t>
            </a:r>
            <a:r>
              <a:rPr lang="ru-RU">
                <a:solidFill>
                  <a:schemeClr val="dk1"/>
                </a:solidFill>
              </a:rPr>
              <a:t>разработка веб-страницы средствами HTML;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 b="1">
                <a:solidFill>
                  <a:schemeClr val="dk1"/>
                </a:solidFill>
              </a:rPr>
              <a:t>Задание 2 – </a:t>
            </a:r>
            <a:r>
              <a:rPr lang="ru-RU">
                <a:solidFill>
                  <a:schemeClr val="dk1"/>
                </a:solidFill>
              </a:rPr>
              <a:t>разработка веб-скрейпера на Python (по итогам изучения видео-инструктажа).</a:t>
            </a: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4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 dirty="0" smtClean="0">
                <a:solidFill>
                  <a:srgbClr val="000066"/>
                </a:solidFill>
              </a:rPr>
              <a:t>ИНДИВИДУАЛЬНЫЙ ПРОЕКТ</a:t>
            </a:r>
            <a:endParaRPr sz="4000" b="1" dirty="0">
              <a:solidFill>
                <a:srgbClr val="000066"/>
              </a:solidFill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b="1">
                <a:solidFill>
                  <a:schemeClr val="dk1"/>
                </a:solidFill>
              </a:rPr>
              <a:t>«Warships» – кроссплатформенная сетевая игра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>
                <a:solidFill>
                  <a:schemeClr val="dk1"/>
                </a:solidFill>
              </a:rPr>
              <a:t>Командный проект (Алексеев Михаил, Бычкова Мария, Коваленко Владислав) – переосмысление классической игры «Морской бой» в виде кроссплатформенного приложения с сетевой игрой между двумя пользователями в реальном времени.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расстановка кораблей и сетевая игра между двумя игроками;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стек – Qt6: C++ (логика), QML (интерфейс), CMake (сборка), QtNetwork (сеть);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выбор стека обусловлен лёгкостью 2D-игры и встроенным сетевым модулем Qt.</a:t>
            </a:r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5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>
                <a:solidFill>
                  <a:srgbClr val="000066"/>
                </a:solidFill>
              </a:rPr>
              <a:t>ВЫВОДЫ</a:t>
            </a:r>
            <a:endParaRPr sz="4000" b="1">
              <a:solidFill>
                <a:srgbClr val="000066"/>
              </a:solidFill>
            </a:endParaRPr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освоена система контроля версий Git и сервис GitHub, пройдены два курса по Python;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выполнены индивидуальные задания по HTML и по разработке веб-скрейпера на Python;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в команде разработан и доведён до рабочего состояния проект «Warships»;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закреплены навыки командной разработки и программирования на C++/QML в среде Qt Creator.</a:t>
            </a: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8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457200" y="284410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 dirty="0" smtClean="0">
                <a:solidFill>
                  <a:srgbClr val="000066"/>
                </a:solidFill>
              </a:rPr>
              <a:t>СПАСИБО ЗА ВНИМАНИЕ!</a:t>
            </a:r>
            <a:endParaRPr sz="4000" b="1" dirty="0">
              <a:solidFill>
                <a:srgbClr val="000066"/>
              </a:solidFill>
            </a:endParaRPr>
          </a:p>
        </p:txBody>
      </p:sp>
      <p:sp>
        <p:nvSpPr>
          <p:cNvPr id="127" name="Google Shape;12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9</a:t>
            </a:fld>
            <a:endParaRPr sz="20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70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 dirty="0" smtClean="0">
                <a:solidFill>
                  <a:srgbClr val="000066"/>
                </a:solidFill>
              </a:rPr>
              <a:t>ИНТЕРФЕЙС И ЛИЧНЫЙ ВКЛАД</a:t>
            </a:r>
            <a:endParaRPr sz="4000" b="1" dirty="0">
              <a:solidFill>
                <a:srgbClr val="000066"/>
              </a:solidFill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5000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два игровых поля: своё (с кораблями) и поле противника с результатами выстрелов;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6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вспомогательные элементы – всплывающие окна, экран загрузки, кнопка выхода – с анимацией переходов;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120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интерфейс адаптирован под экраны мобильных устройств.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b="1">
                <a:solidFill>
                  <a:srgbClr val="000066"/>
                </a:solidFill>
              </a:rPr>
              <a:t>Личный вклад:</a:t>
            </a:r>
          </a:p>
          <a:p>
            <a:pPr marL="457200" lvl="0" indent="-457200" algn="l" rtl="0">
              <a:spcBef>
                <a:spcPts val="600"/>
              </a:spcBef>
              <a:spcAft>
                <a:spcPts val="0"/>
              </a:spcAft>
              <a:buClr>
                <a:srgbClr val="000066"/>
              </a:buClr>
              <a:buFont typeface="Arial"/>
              <a:buChar char="•"/>
            </a:pPr>
            <a:r>
              <a:rPr lang="ru-RU">
                <a:solidFill>
                  <a:schemeClr val="dk1"/>
                </a:solidFill>
              </a:rPr>
              <a:t>интеграция визуальных форм в проект через Qt Creator, связка интерфейса и логики, адаптивность под мобильные устройства, настройка сборки на CMake.</a:t>
            </a:r>
          </a:p>
        </p:txBody>
      </p:sp>
      <p:pic>
        <p:nvPicPr>
          <p:cNvPr id="600" name="Видео интерфейса"/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00000" y="1600200"/>
            <a:ext cx="3600000" cy="2025000"/>
          </a:xfrm>
          <a:prstGeom prst="rect">
            <a:avLst/>
          </a:prstGeom>
        </p:spPr>
      </p:pic>
      <p:sp>
        <p:nvSpPr>
          <p:cNvPr id="601" name="Подпись видео"/>
          <p:cNvSpPr txBox="1"/>
          <p:nvPr/>
        </p:nvSpPr>
        <p:spPr>
          <a:xfrm>
            <a:off x="5100000" y="3725200"/>
            <a:ext cx="36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18000" rIns="0" bIns="0" anchor="t">
            <a:noAutofit/>
          </a:bodyPr>
          <a:lstStyle/>
          <a:p>
            <a:pPr algn="ctr"/>
            <a:r>
              <a:rPr lang="ru-RU" sz="1200" i="1">
                <a:solidFill>
                  <a:schemeClr val="dk1"/>
                </a:solidFill>
              </a:rPr>
              <a:t>Демонстрация интерфейса (видео, воспроизведение по клику)</a:t>
            </a:r>
          </a:p>
        </p:txBody>
      </p:sp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7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4000"/>
              <a:buFont typeface="Calibri"/>
              <a:buNone/>
            </a:pPr>
            <a:r>
              <a:rPr lang="ru-RU" sz="4000" b="1" dirty="0" smtClean="0">
                <a:solidFill>
                  <a:srgbClr val="000066"/>
                </a:solidFill>
              </a:rPr>
              <a:t>СТРУКТУРА ПРОЕКТА «WARSHIPS»</a:t>
            </a:r>
            <a:endParaRPr sz="4000" b="1" dirty="0">
              <a:solidFill>
                <a:srgbClr val="000066"/>
              </a:solidFill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dk1"/>
                </a:solidFill>
              </a:rPr>
              <a:t>Клиент-серверная архитектура, 4 основных модуля:</a:t>
            </a:r>
          </a:p>
        </p:txBody>
      </p:sp>
      <p:graphicFrame>
        <p:nvGraphicFramePr>
          <p:cNvPr id="500" name="Таблица структуры"/>
          <p:cNvGraphicFramePr>
            <a:graphicFrameLocks noGrp="1"/>
          </p:cNvGraphicFramePr>
          <p:nvPr/>
        </p:nvGraphicFramePr>
        <p:xfrm>
          <a:off x="457200" y="2286000"/>
          <a:ext cx="8229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200000"/>
                <a:gridCol w="42296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Модуль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Технология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chemeClr val="bg1"/>
                          </a:solidFill>
                        </a:rPr>
                        <a:t>Назначение</a:t>
                      </a:r>
                    </a:p>
                  </a:txBody>
                  <a:tcPr>
                    <a:solidFill>
                      <a:srgbClr val="000066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Серверный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C++, QTcpServer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Соединение клиентов, синхронизация ходов, результат партии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Клиентский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QML (Qt Quick)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Интерфейс игрока: расстановка кораблей, поля, ходы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Игровой логики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Правила игры: проверка расстановки, выстрелы, победитель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Сетевой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QTcpSocket/QTcpServer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/>
                        <a:t>Обмен данными между клиентом и сервером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0" name="Google Shape;1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dk1"/>
                </a:solidFill>
              </a:rPr>
              <a:t>6</a:t>
            </a:fld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</Words>
  <Application>Microsoft Office PowerPoint</Application>
  <PresentationFormat>Экран (4:3)</PresentationFormat>
  <Paragraphs>24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ФАКУЛЬТЕТ ПРИКЛАДНОЙ МАТЕМАТИКИ И ИНФОРМАТИКИ Кафедра информационных систем управления</vt:lpstr>
      <vt:lpstr>ЦЕЛИ И ЗАДАЧИ УЧЕБНОЙ ПРАКТИКИ</vt:lpstr>
      <vt:lpstr>ОЗНАКОМИТЕЛЬНАЯ ЧАСТЬ УЧЕБНОЙ ПРАКТИКИ</vt:lpstr>
      <vt:lpstr>ПРАКТИЧЕСКАЯ ЧАСТЬ КУРСА</vt:lpstr>
      <vt:lpstr>ИНДИВИДУАЛЬНЫЙ ПРОЕКТ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ПРИКЛАДНОЙ МАТЕМАТИКИ И ИНФОРМАТИКИ Кафедра информационных систем управления</dc:title>
  <cp:lastModifiedBy>Kozel Yahor V</cp:lastModifiedBy>
  <cp:revision>2</cp:revision>
  <dcterms:modified xsi:type="dcterms:W3CDTF">2026-07-08T09:13:23Z</dcterms:modified>
</cp:coreProperties>
</file>